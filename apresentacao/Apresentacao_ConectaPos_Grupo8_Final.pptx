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95afc1e9fd4497" /><Relationship Type="http://schemas.openxmlformats.org/officeDocument/2006/relationships/extended-properties" Target="/docProps/app.xml" Id="Rd9b49dbe15f5426d" /><Relationship Type="http://schemas.openxmlformats.org/officeDocument/2006/relationships/officeDocument" Target="/ppt/presentation.xml" Id="Rb285648ffc0a41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7a5ca38fe9471c"/>
  </p:sldMasterIdLst>
  <p:notesMasterIdLst>
    <p:notesMasterId xmlns:r="http://schemas.openxmlformats.org/officeDocument/2006/relationships" r:id="Rac6393e5a38e4ec4"/>
  </p:notesMasterIdLst>
  <p:sldIdLst>
    <p:sldId xmlns:r="http://schemas.openxmlformats.org/officeDocument/2006/relationships" id="256" r:id="Ra1b3ac3e17c841c1"/>
    <p:sldId xmlns:r="http://schemas.openxmlformats.org/officeDocument/2006/relationships" id="257" r:id="R3805081a8e6f485f"/>
    <p:sldId xmlns:r="http://schemas.openxmlformats.org/officeDocument/2006/relationships" id="258" r:id="R24c208e50361426c"/>
    <p:sldId xmlns:r="http://schemas.openxmlformats.org/officeDocument/2006/relationships" id="259" r:id="R5d64f2eeb62845ba"/>
    <p:sldId xmlns:r="http://schemas.openxmlformats.org/officeDocument/2006/relationships" id="260" r:id="R5a39b133fb5f44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cfa7a51b734f46" /><Relationship Type="http://schemas.openxmlformats.org/officeDocument/2006/relationships/slideMaster" Target="/ppt/slideMasters/slideMaster1.xml" Id="R577a5ca38fe9471c" /><Relationship Type="http://schemas.openxmlformats.org/officeDocument/2006/relationships/notesMaster" Target="/ppt/notesMasters/notesMaster1.xml" Id="Rac6393e5a38e4ec4" /><Relationship Type="http://schemas.openxmlformats.org/officeDocument/2006/relationships/presProps" Target="/ppt/presProps.xml" Id="R5f2e8b2fa2f94256" /><Relationship Type="http://schemas.openxmlformats.org/officeDocument/2006/relationships/tableStyles" Target="/ppt/tableStyles.xml" Id="R5bf3d138effb47fe" /><Relationship Type="http://schemas.openxmlformats.org/officeDocument/2006/relationships/slide" Target="/ppt/slides/slide1.xml" Id="Ra1b3ac3e17c841c1" /><Relationship Type="http://schemas.openxmlformats.org/officeDocument/2006/relationships/slide" Target="/ppt/slides/slide2.xml" Id="R3805081a8e6f485f" /><Relationship Type="http://schemas.openxmlformats.org/officeDocument/2006/relationships/slide" Target="/ppt/slides/slide3.xml" Id="R24c208e50361426c" /><Relationship Type="http://schemas.openxmlformats.org/officeDocument/2006/relationships/slide" Target="/ppt/slides/slide4.xml" Id="R5d64f2eeb62845ba" /><Relationship Type="http://schemas.openxmlformats.org/officeDocument/2006/relationships/slide" Target="/ppt/slides/slide5.xml" Id="R5a39b133fb5f44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6f564831424a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a4469d99be4b72" /><Relationship Type="http://schemas.openxmlformats.org/officeDocument/2006/relationships/notesMaster" Target="/ppt/notesMasters/notesMaster1.xml" Id="Rd8c5b9ebf35048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1a5757e7c44672" /><Relationship Type="http://schemas.openxmlformats.org/officeDocument/2006/relationships/notesMaster" Target="/ppt/notesMasters/notesMaster1.xml" Id="R428683a29c1b47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05c3745c694aac" /><Relationship Type="http://schemas.openxmlformats.org/officeDocument/2006/relationships/notesMaster" Target="/ppt/notesMasters/notesMaster1.xml" Id="R4f55c5e2322443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318da735f94f5e" /><Relationship Type="http://schemas.openxmlformats.org/officeDocument/2006/relationships/notesMaster" Target="/ppt/notesMasters/notesMaster1.xml" Id="Rab9eba5ca4c144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6cacc36b8c4941" /><Relationship Type="http://schemas.openxmlformats.org/officeDocument/2006/relationships/notesMaster" Target="/ppt/notesMasters/notesMaster1.xml" Id="R24caefdec61248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Bom dia. Eu trouxe uma proposta de portal digital para o pós-venda. A ideia surgiu observando que muitos atendimentos ainda começam por ligação. O protótipo mostra como o cliente poderia registrar e acompanhar uma solicitação de forma mais prática.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ponto de partida foi uma oportunidade de melhoria, não uma crítica ao atendimento atual. A ligação continua importante em casos complexos. O portal funcionaria como um canal adicional para situações que podem começar de forma digital.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é a proposta central. O cliente entra no portal, informa o que aconteceu e recebe um protocolo. Depois ele acompanha o status e o prazo do atendimento. A versão atual é um protótipo front-end e salva os chamados no próprio navegador para demonstração.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Aqui eu mostraria o fluxo completo. O ganho principal é a visibilidade. Depois de registrar a solicitação, o cliente consegue consultar o andamento sozinho. A equipe também recebe informações mais organizadas desde o início.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concluir, eu destacaria os benefícios esperados e pediria a opinião do representante. O próximo passo seria validar se esse fluxo combina com a rotina real da empresa. Depois disso, seria possível integrar login, banco de dados e notificações, e então testar com um grupo pequeno de clientes.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e14c7613774f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68c9aaa13b40a9" /><Relationship Type="http://schemas.openxmlformats.org/officeDocument/2006/relationships/slideLayout" Target="/ppt/slideLayouts/slideLayout1.xml" Id="R717f4a7b272445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7f4a7b272445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d6dbf5b854b47" /><Relationship Type="http://schemas.openxmlformats.org/officeDocument/2006/relationships/notesSlide" Target="/ppt/notesSlides/notesSlide1.xml" Id="R253d9aaec52847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37df6a3ff467b" /><Relationship Type="http://schemas.openxmlformats.org/officeDocument/2006/relationships/notesSlide" Target="/ppt/notesSlides/notesSlide2.xml" Id="R13707cb9eef843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f7d6d3ee74ca0" /><Relationship Type="http://schemas.openxmlformats.org/officeDocument/2006/relationships/notesSlide" Target="/ppt/notesSlides/notesSlide3.xml" Id="R8b07326a470447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0e8cf93064b88" /><Relationship Type="http://schemas.openxmlformats.org/officeDocument/2006/relationships/notesSlide" Target="/ppt/notesSlides/notesSlide4.xml" Id="Rd5399536685e49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31cdeb11f4de8" /><Relationship Type="http://schemas.openxmlformats.org/officeDocument/2006/relationships/notesSlide" Target="/ppt/notesSlides/notesSlide5.xml" Id="R06c1e3e606f946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320DD-3CDB-460F-99CC-28DAF753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F4556-5E47-4717-8603-89DF0611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9E325-2016-4AC3-93B2-FC5080D0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8580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ConectaPós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DED51-7F1D-4ECA-A2F6-30DB3813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8286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5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Atendimento pós-venda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5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sem depender de ligações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C5114-3028-4556-9A35-9EE72A5F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DD0D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BDD0DC"/>
                </a:solidFill>
                <a:latin typeface="Bitstream Charter"/>
                <a:ea typeface="Bitstream Charter"/>
                <a:cs typeface="Bitstream Charter"/>
              </a:rPr>
              <a:t>Protótipo de portal digital para registrar, acompanhar e organizar solicitações de clientes.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3A382-8FF0-4D50-86E3-2666FF43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A9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308E0-2997-46D0-AD2C-1BBBFD3B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DD0D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BDD0DC"/>
                </a:solidFill>
                <a:latin typeface="Bitstream Charter"/>
                <a:ea typeface="Bitstream Charter"/>
                <a:cs typeface="Bitstream Charter"/>
              </a:rPr>
              <a:t>Grupo 8 - Fábrica de Projetos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42525-FA5D-4B52-BBA1-777D7C3D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FA8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8FA8B8"/>
                </a:solidFill>
                <a:latin typeface="Bitstream Charter"/>
                <a:ea typeface="Bitstream Charter"/>
                <a:cs typeface="Bitstream Charter"/>
              </a:rPr>
              <a:t>Enzo Casagrande Manzano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7B7F0-4DEF-4F96-9A8E-3179ACCB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578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A9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53A9FF"/>
                </a:solidFill>
                <a:latin typeface="Bitstream Charter"/>
                <a:ea typeface="Bitstream Charter"/>
                <a:cs typeface="Bitstream Charter"/>
              </a:rPr>
              <a:t>conectapos</a:t>
            </a:r>
          </a:p>
        </p:txBody>
      </p:sp>
    </p:spTree>
    <p:extLst>
      <p:ext uri="{BB962C8B-B14F-4D97-AF65-F5344CB8AC3E}">
        <p14:creationId xmlns:p14="http://schemas.microsoft.com/office/powerpoint/2010/main" val="1751698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AE00A-0C5C-4CBD-84AD-21D8E5D7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50CB8-93F9-4E25-B59C-0BF22F95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rPr>
              <a:t>Oportunidade observada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BBF54-05EE-4861-B15B-8743D241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D4258-2DAA-490F-BB85-DE0D774E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86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FD607-8C98-4FB1-9721-81E61785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rPr>
              <a:t>Quando o atendimento depende do telefone, o cliente precisa parar o que está fazendo e repetir informações durante o contato.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A8747-3D00-4CA3-9298-3BCC299B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8B1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58856-1C49-46D1-9F91-743AEAD6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rPr>
              <a:t>Espera pelo atendimento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2F201-7406-4B0B-AD24-DD965BFA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28950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O cliente depende da disponibilidade de uma pessoa naquele momento.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E1012-AC1C-4C87-8659-D4A45BF0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8B1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3647C-4DC1-4D18-9E1E-804F5045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rPr>
              <a:t>Pouca visibilidade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B676A-652D-4E7B-82A2-E92D0EF7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71950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Depois da ligação, acompanhar o andamento pode exigir um novo contato.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C8E40-A7D1-4826-A853-5126626C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8B1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5C18B-B36A-4A97-98BF-D6AD898C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14625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rPr>
              <a:t>Informações espalhadas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56136-1D31-4CE0-8C36-0C681F4B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28950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Protocolos, anexos e históricos ficam mais difíceis de consultar em um só lugar.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51C5A-EA97-4018-BB5E-2DE583E3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8B1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5DE18-95AB-453E-8F3C-89B711CA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rPr>
              <a:t>Processos repetitivos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BB436-76B7-40AE-86E0-4C2C2E6A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71950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Dúvidas simples ocupam tempo que a equipe poderia usar em casos mais complexos.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804239-F3E4-4E20-9F14-DAD3A55A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rPr>
              <a:t>O protótipo busca complementar o atendimento humano com um canal digital.</a:t>
            </a:r>
          </a:p>
        </p:txBody>
      </p:sp>
    </p:spTree>
    <p:extLst>
      <p:ext uri="{BB962C8B-B14F-4D97-AF65-F5344CB8AC3E}">
        <p14:creationId xmlns:p14="http://schemas.microsoft.com/office/powerpoint/2010/main" val="17411794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E1EDB8-2EDA-4EFB-9994-90AF64A2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60DE5-8099-4715-A96B-1D3D3FF2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rPr>
              <a:t>Solução proposta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E3EE5-C7E1-4EC5-AACE-C1D0D0AD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F1427-2AE1-42C0-B98C-979B322B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86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D4E67-15D5-4A7D-8DA4-7CAB4537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191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02B3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04C38-420A-47E3-8729-F225296A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62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A9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53A9FF"/>
                </a:solidFill>
                <a:latin typeface="Bitstream Charter"/>
                <a:ea typeface="Bitstream Charter"/>
                <a:cs typeface="Bitstream Charter"/>
              </a:rPr>
              <a:t>CONECTAPÓS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6EAF7-F0BF-4D3C-B625-444F5A74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86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Um portal simples para o cliente abrir um chamado e acompanhar cada etapa.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1BE96-D5E2-4B38-A501-22B5B539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DD0D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BDD0DC"/>
                </a:solidFill>
                <a:latin typeface="Bitstream Charter"/>
                <a:ea typeface="Bitstream Charter"/>
                <a:cs typeface="Bitstream Charter"/>
              </a:rPr>
              <a:t>O protótipo já permite preencher a solicitação, gerar um protocolo e manter o chamado registrado no navegador.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46A7C-6B9C-488D-B1C8-F506F60A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85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38796-0994-487B-A984-5ABA55CC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1925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rPr>
              <a:t>Abertura de chamado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C36DC-F814-4D0C-8226-4F29C4E9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33575"/>
            <a:ext cx="509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Tipo, assunto, descrição e espaço para anexos.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34E08-DE69-4506-A41B-5267AC1D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2916FA-D585-4C31-A37C-C172BEB9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14625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rPr>
              <a:t>Protocolo automático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AFB21-BBB1-4730-A05C-D8F22EFE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509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O cliente recebe uma identificação para acompanhar a solicitação.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ABBFB-57D0-41FB-8182-2B692E2B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76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757F6-C220-4B9E-9D8C-AD8E0C36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rPr>
              <a:t>Status e prazo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BC2B4-187C-417F-BD20-7081F159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24325"/>
            <a:ext cx="509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A tela mostra a situação do chamado e o tempo de SLA.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0A393-325A-4781-BE29-348E4933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72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3D1E2-BA17-4066-B115-62255FA0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05375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rPr>
              <a:t>Histórico no portal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2E5A1-7C93-40FF-8CB9-7D6A50CC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19700"/>
            <a:ext cx="509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Os chamados recentes ficam reunidos no mesmo ambiente.</a:t>
            </a:r>
          </a:p>
        </p:txBody>
      </p:sp>
    </p:spTree>
    <p:extLst>
      <p:ext uri="{BB962C8B-B14F-4D97-AF65-F5344CB8AC3E}">
        <p14:creationId xmlns:p14="http://schemas.microsoft.com/office/powerpoint/2010/main" val="753191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85DCC1-0606-4BA9-844C-C468FE18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8C572-CE97-46F7-8B77-86E2C27D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rPr>
              <a:t>Jornada do cliente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5FFF4-0FF9-472F-B207-0E10BB6E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34AC1-8664-4A0A-8AF0-80DD392E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86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0E020-1647-407C-B4A7-5F5527AE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866900" cy="23812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5614A-0388-4C73-AB4C-C5DF4D59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A7691-7E2C-4F9B-9AB0-B7EFF8F0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rPr>
              <a:t>Acesso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07D6F-9E9B-4E69-8504-C7B30C89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148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Cliente entra no portal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40CE6-31F1-44C9-9430-8FC752CA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8575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9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86D5F-7F76-4ED8-8A12-1FD4A4B0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00250"/>
            <a:ext cx="1866900" cy="23812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4C761-78DE-4894-A23E-BF44AA24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90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18178-6249-4FE9-8140-96D1828E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622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rPr>
              <a:t>Solicitação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12145-69ED-47AA-BC13-66F18D7A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52800"/>
            <a:ext cx="148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Descreve o problema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7168D-8990-4BF4-ACAD-02B5AD48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575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9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76202-E22C-40FD-8FA3-8309A19B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866900" cy="23812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02B3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6F8EE-0EE5-498F-9AEB-D5AA6347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A9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53A9FF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F687C-61F4-4E07-BBC4-BD810AB5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622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Protocolo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68ED0-69FF-4ACE-BD46-B2A3B458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52800"/>
            <a:ext cx="148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D0D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BDD0DC"/>
                </a:solidFill>
                <a:latin typeface="Bitstream Charter"/>
                <a:ea typeface="Bitstream Charter"/>
                <a:cs typeface="Bitstream Charter"/>
              </a:rPr>
              <a:t>Sistema registra o chamado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F7A8A9-F419-4C46-8DCE-5506EB0E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575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9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CBD44C-51FA-4663-9988-E4F55BCC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0250"/>
            <a:ext cx="1866900" cy="23812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816685-C168-4DD7-A016-16337981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90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4CE47-412D-4A4E-A61B-223ADDE6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622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72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rPr>
              <a:t>Acompanhamento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D312F4-D051-47F3-B430-67F8F8CB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52800"/>
            <a:ext cx="148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Cliente consulta status e SLA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403DF0-50B8-4349-9725-12664792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857500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9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940EC9-77FD-4D25-BA84-6C206C0D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00250"/>
            <a:ext cx="1866900" cy="23812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662F3F-711A-4795-A560-CE52E3B7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362289-E38E-4B00-8E45-8AE8D6AF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622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rPr>
              <a:t>Conclusão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25836B-C5E3-46CB-943C-4DD01F3D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52800"/>
            <a:ext cx="1485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Atendimento e avaliação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D9B278-BAB5-4A10-A736-6BB0205C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3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rPr>
              <a:t>O cliente acompanha o processo sem precisar ligar novamente para perguntar o andamento.</a:t>
            </a:r>
          </a:p>
        </p:txBody>
      </p:sp>
    </p:spTree>
    <p:extLst>
      <p:ext uri="{BB962C8B-B14F-4D97-AF65-F5344CB8AC3E}">
        <p14:creationId xmlns:p14="http://schemas.microsoft.com/office/powerpoint/2010/main" val="70535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A5A7D0-764D-49CD-9683-A7EE8BA2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E398E-F0E5-4969-B29D-6720195D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rPr>
              <a:t>Benefícios e evolução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8D58C-9FC6-4FED-B694-062A81D8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6520F-0E74-4071-B92E-38B1B55F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86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913AD-E2D8-4D55-91F8-2F6DB088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rPr>
              <a:t>BENEFÍCIOS ESPERADOS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3377F-DE22-4367-80D3-0268B917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6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3FCFD-7929-482D-B45B-7EC42E0B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rPr>
              <a:t>Mais praticidade para o cliente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DF2F5-CC26-49E9-AA10-E3DB83E2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O chamado pode ser aberto em qualquer horário, sem depender de ligação.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711AB-3B9F-4E42-8E25-4D987656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90B42-119D-446E-9493-F4E8FDC3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rPr>
              <a:t>Organização para a equipe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6BDE8-EC28-4D0C-AD17-25AB507F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099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Protocolos e históricos ficam disponíveis para consulta.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FB157-9999-4BA4-9757-EDBC5896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6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D3B4F8-C9F0-443C-A3AF-90274184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162B3C"/>
                </a:solidFill>
                <a:latin typeface="Bitstream Charter"/>
                <a:ea typeface="Bitstream Charter"/>
                <a:cs typeface="Bitstream Charter"/>
              </a:rPr>
              <a:t>Dados para melhoria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32278-0866-46CD-86C8-53147FAB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529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A empresa pode identificar os motivos de contato mais frequentes.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5B3E46-91A6-49D5-97F9-2BDF7258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4810125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680F4-B4DE-440E-9F14-BD6C3BD8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rPr>
              <a:t>PRÓXIMOS PASSOS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D96F6-E55F-4FE5-AEFC-5382AF87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860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548C6-4360-4F1A-B1A9-3F487E51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4BF8C4-3F8B-49DC-9103-3A0C6564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rPr>
              <a:t>Validar o fluxo com a equipe de pós-venda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A7EA1-929C-4DD2-BEAD-FC8F1D5F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9562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134C3-B294-433E-BD09-1FBE6516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900E17-172F-4FBE-9ADA-9BAC4464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rPr>
              <a:t>Conectar login, banco de dados e notificações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A2FC47-B2B9-4258-9847-E26B7E12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005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6B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A8C17E-04CF-41D9-ACEA-52E8A2D8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1ADE6-F0B5-4320-B977-AB204EDB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528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02B3F"/>
                </a:solidFill>
                <a:latin typeface="Bitstream Charter"/>
                <a:ea typeface="Bitstream Charter"/>
                <a:cs typeface="Bitstream Charter"/>
              </a:rPr>
              <a:t>Testar um piloto com poucos clientes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4BC174-7134-4B6B-A23E-DDF2B157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687987"/>
                </a:solidFill>
                <a:latin typeface="Bitstream Charter"/>
                <a:ea typeface="Bitstream Charter"/>
                <a:cs typeface="Bitstream Charter"/>
              </a:rPr>
              <a:t>Protótipo disponível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7AAF9-B376-4455-92E4-6FF1064F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531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76BFF"/>
                </a:solidFill>
                <a:latin typeface="Bitstream Charter"/>
                <a:ea typeface="Bitstream Charter"/>
                <a:cs typeface="Bitstream Charter"/>
              </a:rPr>
              <a:t>enzocmanzano-beep.github.io/conectapos</a:t>
            </a:r>
          </a:p>
        </p:txBody>
      </p:sp>
    </p:spTree>
    <p:extLst>
      <p:ext uri="{BB962C8B-B14F-4D97-AF65-F5344CB8AC3E}">
        <p14:creationId xmlns:p14="http://schemas.microsoft.com/office/powerpoint/2010/main" val="1069704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2026-09-30T22:47:29.9900000Z</dcterms:created>
  <dcterms:modified xsi:type="dcterms:W3CDTF">2026-09-30T22:47:29.9900000Z</dcterms:modified>
</coreProperties>
</file>